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4" r:id="rId4"/>
    <p:sldId id="265" r:id="rId5"/>
    <p:sldId id="263" r:id="rId6"/>
    <p:sldId id="267" r:id="rId7"/>
    <p:sldId id="266" r:id="rId8"/>
    <p:sldId id="256" r:id="rId9"/>
    <p:sldId id="257" r:id="rId10"/>
    <p:sldId id="258" r:id="rId11"/>
    <p:sldId id="259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83A65-2807-224C-E3C7-A6010A3B1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AD0C3-1E99-765D-41CC-CF42E96FA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EBA2C-A3F4-A52F-5D36-02B952E45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B80E-9309-456B-AF30-5E32B04B3068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70836-7F05-4408-B92C-10FBE314D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224F0-3685-FC82-6044-24A7AF70B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D54F-E8A0-4DA7-AEC5-0CAEE7B41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311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FA5E-82A9-865F-0ECF-A0CB13F7C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84935-436C-AE67-980E-ADB466D7C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708B6-EBE6-06DA-3CE0-31FE08A0D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B80E-9309-456B-AF30-5E32B04B3068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32114-2054-FBAF-1743-1024A68A4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5E623-25F2-8AFD-EA6F-4B4E2343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D54F-E8A0-4DA7-AEC5-0CAEE7B41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4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3C6E9-1A0D-E8B8-5DFE-2B935F4BB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F980C-E9C7-A71B-1255-9DD80CA9B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0EC7F-1082-8325-D136-37620E0B6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B80E-9309-456B-AF30-5E32B04B3068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B3A03-FFFC-6273-B7F9-DAE34EF7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EDD2C-1EEB-0AE6-9EE1-647D18D0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D54F-E8A0-4DA7-AEC5-0CAEE7B41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527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91EAA-2EA5-E0F7-3A92-0A4C67EEE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92E43-0431-579C-B2E3-14908A3CC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8723C6-8CF2-D4C8-9185-A63553A0B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0255C-2F5C-EA1E-B697-DEF45FCDF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B80E-9309-456B-AF30-5E32B04B3068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2ADBE-1867-5B01-B331-F0DEE7F8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63CF1-0BB0-86E1-C50B-31A5018D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D54F-E8A0-4DA7-AEC5-0CAEE7B41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203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35316-6B9F-9E8E-B9BC-14875B493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B9EBB-9169-9822-6796-D310740E4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BF883D-2102-A939-AFF2-951487043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9805E-9792-D309-9D90-45DC6FB673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3C8A83-2D94-5879-A7A7-4BE657C712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5AC9E1-52F0-AD39-100C-9F0E89EC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B80E-9309-456B-AF30-5E32B04B3068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3B9023-A089-2F7B-22FD-BA3EDC2A3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4E7AA0-FFDE-4A9B-26DB-5F95A6B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D54F-E8A0-4DA7-AEC5-0CAEE7B41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228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F3CDC-CA43-6203-8866-CFF3F9704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C4A3B-FDEC-2CE1-E890-2FEE22D8E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B80E-9309-456B-AF30-5E32B04B3068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3E1A5F-E202-D7DB-483D-F0BE1E14F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2F98EA-62EC-5357-BF14-9C01466B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D54F-E8A0-4DA7-AEC5-0CAEE7B41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114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041E0-6C0E-028D-4C6D-E744CD0A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B80E-9309-456B-AF30-5E32B04B3068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51A4CA-451E-0888-BE63-5CB9F6F3E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E2762-ABB2-84F5-9B51-943D6DA6D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D54F-E8A0-4DA7-AEC5-0CAEE7B41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573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2A761-2F7F-5ED1-2CB3-B6EB98157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2F082-50C9-58E4-FCAD-B0B4CB11F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D140E0-6E82-3AE0-B54D-027A1297F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9FCFD-C184-77E7-AF64-602FDB5B6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B80E-9309-456B-AF30-5E32B04B3068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413F1-45BF-AE4A-99F9-0A0DE3206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F922F-86AF-B5DC-B13D-B5D89D86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D54F-E8A0-4DA7-AEC5-0CAEE7B41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553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3E4B2-F454-0E4F-2EE5-8D09D0C13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C88256-A951-54E1-BE34-9154471A9E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9F7980-32BF-EF2B-7B62-9F56F60A4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7037B-9309-A6E5-3C2B-2050E7C9F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B80E-9309-456B-AF30-5E32B04B3068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135AE-3185-9439-B1F2-D076D2461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5FD4B-FA52-1E2A-54C4-50DDB8A17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D54F-E8A0-4DA7-AEC5-0CAEE7B41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48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188CD-272A-CC85-997F-475E39B83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1F87C-8487-680E-71F3-7F7634441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F70FE-007A-B9DA-6FAB-7C226404E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B80E-9309-456B-AF30-5E32B04B3068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B1B12-1BCF-8F0C-E30C-AC234949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CEB8D-67E9-7803-17FA-691F0B906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D54F-E8A0-4DA7-AEC5-0CAEE7B41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809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DD22FE-C33B-358E-310B-54990A7978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26D6E8-39F9-7B69-2D1B-B34F902CD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12E09-FFFB-E713-D3D4-39E2EFFDF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6B80E-9309-456B-AF30-5E32B04B3068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1AA07-14AF-9AC7-9FA5-9FA9C276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47C26-8F80-0BC6-B775-3BA10C78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D54F-E8A0-4DA7-AEC5-0CAEE7B41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12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530854-8322-E693-40AC-104FF72C0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418AD-9681-C6A5-6664-288D25933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462BF-E48B-271A-BB67-8F41B59FA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6B80E-9309-456B-AF30-5E32B04B3068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C4529-43DA-0428-0B1D-BAF8D2E6A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79E55-F177-F86D-1DE6-8DAB04110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3D54F-E8A0-4DA7-AEC5-0CAEE7B41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120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D64840-2301-53B6-6EBC-4DFFDB0A9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43" y="587229"/>
            <a:ext cx="11951314" cy="56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668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3E615A-A9C8-66E8-CBB5-6D990D493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8" y="815840"/>
            <a:ext cx="12141824" cy="522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865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FAD6E8-DE85-0D2A-4609-842955FA0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1" y="885694"/>
            <a:ext cx="12002117" cy="508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69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F1C53E-2907-098A-BDA0-D9D454A3B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8" y="834891"/>
            <a:ext cx="11760804" cy="518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309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5C2FBA-CE8D-F099-8A3A-33758B3A0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9" y="815840"/>
            <a:ext cx="12103722" cy="522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3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2D9368-21E4-C6DA-C997-0A78DC1D2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1" y="844035"/>
            <a:ext cx="12002117" cy="518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922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57BE21-70D2-D845-88FA-651BA862F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4" y="844417"/>
            <a:ext cx="12084671" cy="516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836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BF4376-26C2-56AF-9B64-02C86BCB5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428471"/>
            <a:ext cx="12179926" cy="6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14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72A4A8-7F0A-6ECB-101E-9EBB4CF39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4" y="625331"/>
            <a:ext cx="12097372" cy="560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971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E42E88-37CF-9D64-9B90-2F5A596F0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7" y="415770"/>
            <a:ext cx="11970365" cy="602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53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F02773-1B40-6C5A-8601-BEFA169CD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0" y="387193"/>
            <a:ext cx="12040219" cy="60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140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4869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Nishanth Jayaram</dc:creator>
  <cp:lastModifiedBy>Nishanth Jayaram</cp:lastModifiedBy>
  <cp:revision>1</cp:revision>
  <dcterms:created xsi:type="dcterms:W3CDTF">2024-11-11T03:01:18Z</dcterms:created>
  <dcterms:modified xsi:type="dcterms:W3CDTF">2024-11-11T04:26:18Z</dcterms:modified>
</cp:coreProperties>
</file>