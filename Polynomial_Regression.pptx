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2E35-8423-B350-1F31-A7B140192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8CB28-AB13-87A4-8AD9-677FC9941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C4950-531E-74DB-B135-17DF3A7E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3C4FB-1CB1-A038-4571-0BABF801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55EA-7629-6BD5-33ED-A242B746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30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11D4-F4D4-D2DC-3067-BD3E4002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A381-E1CE-5C70-1212-B9684DB55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7866B-547C-007C-E01C-E9E86E79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DD5C6-7622-A9F0-E2E0-BDA370DF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07EF1-EF18-1717-9A8C-00B5A023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81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EB33-11C4-5E32-DFFB-4F289594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EB7FD-BD2E-A0AA-D3BC-D34E86E0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F9124-83A2-D00A-80AE-2E49F1A8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6B6BB-8164-525F-7623-F364798E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EBAA8-CBDB-F3D7-2D1A-1921EA79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15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17F6-4FD9-FF4D-12AE-1AB2B9DE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F6207-053C-6000-B709-E938174CF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5F76A-FACE-C283-C542-59A9FAE50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F7808-FB5E-F36D-E850-6601CEC5D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A28EB-1828-CA7D-8FE4-7BA43487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404D3-E789-48E9-D812-6D133423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8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1D09-615B-CA23-784E-C13D9694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C428F-6358-4192-6027-1B65F86FE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3B785-B66D-A7E7-FEAE-24D1D5FFC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48C7B-8206-0452-3885-1869EBFD0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67E952-1994-B9DC-3135-B04C04E7D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E985A4-4FA7-9D05-E642-EE8673081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C9F13-90D7-9EE3-95E1-39AF87F7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850A5-74B8-E526-0A42-637A132A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64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EDD0-3C1B-583B-79A8-AF42D8DB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26C0A2-87E5-E7F9-397D-A79635B7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C7A7E-B827-8D11-EF54-FBC6D0BE5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BDA72-02B3-5426-7F27-5178D86A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57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81056-4AB4-AD83-6B28-95B3321F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A77EF-AC3B-4B9E-86B8-7F1D6A7A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34F36-71CE-320A-1B2E-F9048E66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18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F16A-EA98-7B25-8D7D-BDE13F8E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9D5F-86F2-1B79-5BB5-128D8B984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A7DD1-5AE7-4FBC-E793-1E6237E3F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0D8E2-5A37-C782-F7A2-95A37566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29F68-733D-E9D2-3983-18C45C9F4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CF3AF-007F-4DBE-8F9D-F2ABD37E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6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F6BB-FA51-510D-368A-9DC3E072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435BF-3995-CD99-5647-398736800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F4297-8FD8-C7C9-AC69-9632CA81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48AB3-3409-D1C2-811E-58168180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12905-2580-5945-0A7D-1DF24E5F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BFE78-A921-E2F3-205C-A097109C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13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D43C-02A1-2D48-A254-01F86983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5051F-E86C-89E1-67BC-021281857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982D0-98DE-6975-32A4-8131EFB09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DCB55-329B-A695-3E4E-B0465133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41A54-BFA9-402C-BA33-3FFA0D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08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8FD2C-0E03-E292-ACD9-FB77D43B1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B402F-BF06-357A-3C22-E02ED94FC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89100-F7EF-F174-95D5-76B20D3C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A0CB8-F520-A09E-4C3E-B05BC9273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0D3AC-7B99-70DA-03A1-F9BE0D49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FA4D2-52C3-7E19-EC14-0C3DE397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92A55-8B1B-E771-2B5F-E68ED19E5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E7381-F38A-357A-9E64-2623BCF3F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97898-5EFE-4A4F-A62B-3719ADE751BC}" type="datetimeFigureOut">
              <a:rPr lang="en-IN" smtClean="0"/>
              <a:t>12-11-2024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D8C09-BB1D-733B-47B7-AF81FB9CF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F61E9-D8EC-03B6-56E5-8E88972AA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341BE-A547-4996-BC28-C3F291C30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90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DF4C6F-49D0-AFE3-2319-FDCD7C082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27" y="1790075"/>
            <a:ext cx="7699247" cy="3824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A08890-95A6-7CD4-7B08-ADB55476C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27" y="611861"/>
            <a:ext cx="6159817" cy="9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8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A7B8B7-562A-9B0B-2270-76ADAE932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349091"/>
            <a:ext cx="12084671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7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363595-53D6-EA8A-E636-0BC1E3F2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352267"/>
            <a:ext cx="12122773" cy="61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D7BE7-17B7-58A9-533C-086A0A012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0" y="704087"/>
            <a:ext cx="12061300" cy="528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6503F8-88FA-628C-93F0-979BB62C9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301464"/>
            <a:ext cx="12065620" cy="62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3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4FEF3E-E897-178C-9A95-F5B200B0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282413"/>
            <a:ext cx="12122773" cy="629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3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F5F14D-5040-FFE2-5330-E84196D18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425295"/>
            <a:ext cx="12084671" cy="600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6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C2AD25-8863-4567-1C5E-217680C55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7" y="676133"/>
            <a:ext cx="11970365" cy="55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33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BBEC32-E98E-C522-90B8-84BE36C45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472923"/>
            <a:ext cx="12040219" cy="59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5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D04686-7AFF-A5F9-BFE0-426B1F3FD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377668"/>
            <a:ext cx="12040219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5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2A8E06-F51E-A015-553B-55DD40A3C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3" y="377668"/>
            <a:ext cx="11925913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05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69C2D-9117-2BFF-52AE-0F048189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5" y="434821"/>
            <a:ext cx="12059270" cy="598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1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CB084B-67F1-CB8E-E75F-F178454CB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511025"/>
            <a:ext cx="12008467" cy="583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4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15797-C771-D45D-68CD-02DC767CE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" y="463397"/>
            <a:ext cx="12103722" cy="59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7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10ECFB-8960-D5C2-1EA9-9878F52E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349091"/>
            <a:ext cx="12122773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56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18F9FD-68E8-2E62-2556-8D04E38DF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387193"/>
            <a:ext cx="12179926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9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1</cp:revision>
  <dcterms:created xsi:type="dcterms:W3CDTF">2024-11-12T15:33:50Z</dcterms:created>
  <dcterms:modified xsi:type="dcterms:W3CDTF">2024-11-12T15:33:50Z</dcterms:modified>
</cp:coreProperties>
</file>