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8" r:id="rId42"/>
    <p:sldId id="296" r:id="rId43"/>
    <p:sldId id="297" r:id="rId44"/>
    <p:sldId id="295" r:id="rId45"/>
    <p:sldId id="299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nth Jayaram" userId="7f3b07da5fecca1b" providerId="LiveId" clId="{A257ED9F-96C0-4BD2-ADB8-B5488B964320}"/>
    <pc:docChg chg="custSel addSld modSld sldOrd">
      <pc:chgData name="Nishanth Jayaram" userId="7f3b07da5fecca1b" providerId="LiveId" clId="{A257ED9F-96C0-4BD2-ADB8-B5488B964320}" dt="2026-05-05T17:22:02.894" v="8" actId="478"/>
      <pc:docMkLst>
        <pc:docMk/>
      </pc:docMkLst>
      <pc:sldChg chg="delSp mod">
        <pc:chgData name="Nishanth Jayaram" userId="7f3b07da5fecca1b" providerId="LiveId" clId="{A257ED9F-96C0-4BD2-ADB8-B5488B964320}" dt="2026-05-05T17:19:19.215" v="0" actId="478"/>
        <pc:sldMkLst>
          <pc:docMk/>
          <pc:sldMk cId="3186901899" sldId="295"/>
        </pc:sldMkLst>
        <pc:picChg chg="del">
          <ac:chgData name="Nishanth Jayaram" userId="7f3b07da5fecca1b" providerId="LiveId" clId="{A257ED9F-96C0-4BD2-ADB8-B5488B964320}" dt="2026-05-05T17:19:19.215" v="0" actId="478"/>
          <ac:picMkLst>
            <pc:docMk/>
            <pc:sldMk cId="3186901899" sldId="295"/>
            <ac:picMk id="7" creationId="{99D9D212-5965-94FB-0D02-C4960788AF86}"/>
          </ac:picMkLst>
        </pc:picChg>
      </pc:sldChg>
      <pc:sldChg chg="delSp new mod">
        <pc:chgData name="Nishanth Jayaram" userId="7f3b07da5fecca1b" providerId="LiveId" clId="{A257ED9F-96C0-4BD2-ADB8-B5488B964320}" dt="2026-05-05T17:19:31.054" v="3" actId="478"/>
        <pc:sldMkLst>
          <pc:docMk/>
          <pc:sldMk cId="1576753952" sldId="299"/>
        </pc:sldMkLst>
        <pc:spChg chg="del">
          <ac:chgData name="Nishanth Jayaram" userId="7f3b07da5fecca1b" providerId="LiveId" clId="{A257ED9F-96C0-4BD2-ADB8-B5488B964320}" dt="2026-05-05T17:19:29.051" v="2" actId="478"/>
          <ac:spMkLst>
            <pc:docMk/>
            <pc:sldMk cId="1576753952" sldId="299"/>
            <ac:spMk id="2" creationId="{C42D504B-9E21-733F-87FD-5FFA39585C80}"/>
          </ac:spMkLst>
        </pc:spChg>
        <pc:spChg chg="del">
          <ac:chgData name="Nishanth Jayaram" userId="7f3b07da5fecca1b" providerId="LiveId" clId="{A257ED9F-96C0-4BD2-ADB8-B5488B964320}" dt="2026-05-05T17:19:31.054" v="3" actId="478"/>
          <ac:spMkLst>
            <pc:docMk/>
            <pc:sldMk cId="1576753952" sldId="299"/>
            <ac:spMk id="3" creationId="{E40D328D-DEB4-EE41-3CF7-1C63F8C5C638}"/>
          </ac:spMkLst>
        </pc:spChg>
      </pc:sldChg>
      <pc:sldChg chg="delSp new mod ord">
        <pc:chgData name="Nishanth Jayaram" userId="7f3b07da5fecca1b" providerId="LiveId" clId="{A257ED9F-96C0-4BD2-ADB8-B5488B964320}" dt="2026-05-05T17:22:02.894" v="8" actId="478"/>
        <pc:sldMkLst>
          <pc:docMk/>
          <pc:sldMk cId="901523852" sldId="300"/>
        </pc:sldMkLst>
        <pc:spChg chg="del">
          <ac:chgData name="Nishanth Jayaram" userId="7f3b07da5fecca1b" providerId="LiveId" clId="{A257ED9F-96C0-4BD2-ADB8-B5488B964320}" dt="2026-05-05T17:21:56.391" v="7" actId="478"/>
          <ac:spMkLst>
            <pc:docMk/>
            <pc:sldMk cId="901523852" sldId="300"/>
            <ac:spMk id="2" creationId="{CE5AD1DC-D5E3-9D87-C0F1-BCF704615BCF}"/>
          </ac:spMkLst>
        </pc:spChg>
        <pc:spChg chg="del">
          <ac:chgData name="Nishanth Jayaram" userId="7f3b07da5fecca1b" providerId="LiveId" clId="{A257ED9F-96C0-4BD2-ADB8-B5488B964320}" dt="2026-05-05T17:22:02.894" v="8" actId="478"/>
          <ac:spMkLst>
            <pc:docMk/>
            <pc:sldMk cId="901523852" sldId="300"/>
            <ac:spMk id="3" creationId="{0B46C5F3-0138-12BF-653B-F3EDB81619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75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555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33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775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85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932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47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15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01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927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7800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162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2145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285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316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819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64E88-847C-44FC-A71F-94586DA5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6A5029C-FE35-4A46-B0B7-B654CFE75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93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523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95C494-433D-1EE8-677D-9DFCB9B1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347549"/>
            <a:ext cx="8457693" cy="465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11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7C1B63-940E-748F-98F0-3635D169A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94130"/>
            <a:ext cx="8538777" cy="468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245B1D-C9D4-F34F-5696-0A3E08B71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55154"/>
            <a:ext cx="7952361" cy="434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42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95D876-245B-57E2-3154-E347711F7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07614"/>
            <a:ext cx="7978649" cy="444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3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B8B14E-CDB6-3040-960B-F7AF64651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48064"/>
            <a:ext cx="7835520" cy="437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4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A8C74A-B558-08FB-27DA-E9258CCCC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34080"/>
            <a:ext cx="7772275" cy="430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79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2C7E51-4D6C-9777-27FD-F0BA01F20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1" y="1372728"/>
            <a:ext cx="7661402" cy="436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C134B7-7721-A4ED-4939-476215DCB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3" y="1346556"/>
            <a:ext cx="8092696" cy="446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14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719DA0-39ED-C773-799F-92927DF7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561634"/>
            <a:ext cx="7634352" cy="430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9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04CC51-B526-C133-262D-C8570EBCB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305117"/>
            <a:ext cx="7576313" cy="424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85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E748D7-4B45-A0AA-ED1A-A4BA9DBAD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1636617"/>
            <a:ext cx="7798562" cy="42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62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1DE294-97F6-A3D8-8DB8-86805A7B2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82097"/>
            <a:ext cx="7936867" cy="453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44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88E952-656D-1F86-576A-2816EFF2E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1402452"/>
            <a:ext cx="7360795" cy="405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52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280E90-DC25-FFD6-85F6-260F58673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16"/>
            <a:ext cx="7836283" cy="438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3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C57FD3-7A5B-E505-8FC8-C049BCA89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483723"/>
            <a:ext cx="8036688" cy="440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22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3ABE76-4BAB-F694-639B-F56594D49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7" y="1228456"/>
            <a:ext cx="7584312" cy="424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53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D9FFF6-9516-2F33-0BC0-9B990ECD2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565494"/>
            <a:ext cx="8061707" cy="445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2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11AA78-AF46-3985-70D5-B7B53F6E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9" y="1451526"/>
            <a:ext cx="7794624" cy="433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12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5CF055-D25D-3E7E-B4BC-299C10EAF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693543"/>
            <a:ext cx="7594601" cy="430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319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1FFF6E-CB8F-0A5A-47BE-C6933DF93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330681"/>
            <a:ext cx="7612507" cy="419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57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FB4DEB-A50C-7CC5-F087-285A5FA65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552987"/>
            <a:ext cx="7835520" cy="431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98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8C2FB6-1E7E-BB90-F2C6-D1AC96C3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222549"/>
            <a:ext cx="7898383" cy="441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02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12840E-E7D7-B450-D057-00A21A3F9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9" y="1274597"/>
            <a:ext cx="7825994" cy="430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47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C34B97-20D9-C60E-23FB-79CECEE4F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234692"/>
            <a:ext cx="8200135" cy="467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95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D9F6B7-DCC4-0330-796C-D1A1353C0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325732"/>
            <a:ext cx="7871333" cy="441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84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919B6A-F462-7B13-BA12-4AF929EE2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511202"/>
            <a:ext cx="8329296" cy="460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02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9692FD-F95B-756D-0410-8206D2882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01067"/>
            <a:ext cx="7936485" cy="442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8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27F856-BE30-19D4-0D37-97668B968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061397"/>
            <a:ext cx="7587869" cy="424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33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6C924D-1937-7641-CCDD-071943E53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1343647"/>
            <a:ext cx="7338569" cy="417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45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A1E030-709C-9ACD-DA5E-FE38BEEB6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412800"/>
            <a:ext cx="7670165" cy="426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17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65E608-01E2-84B5-F06E-EC7E4E243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293383"/>
            <a:ext cx="7223635" cy="401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05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928776-2EB2-8A3D-4987-A8B5353A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9" y="1410439"/>
            <a:ext cx="7231634" cy="403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60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42627F-0CF5-B27A-5A97-8A01CF51B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960975"/>
            <a:ext cx="7305168" cy="409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85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F9915D-ED1C-43D5-D853-AB3AB3B84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5" y="1033428"/>
            <a:ext cx="7869302" cy="436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807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EA0DB7-5E91-82C0-3E08-7D25425AD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1343814"/>
            <a:ext cx="7579869" cy="417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68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9F7C3A-A91C-FD83-AD08-112775D4B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1096452"/>
            <a:ext cx="7533768" cy="418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032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FBB8A-0168-7D05-278A-66E740543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138726"/>
            <a:ext cx="7640321" cy="430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61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DCA08B-6DBF-CF35-F412-3AA202E2B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1239007"/>
            <a:ext cx="7716648" cy="437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55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0E983D-DBCD-57F5-FC18-F0934187D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6301"/>
            <a:ext cx="8810430" cy="612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069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6D077F-7698-284E-AB53-60DA224FB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7" y="710208"/>
            <a:ext cx="8384846" cy="543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183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3AE02A-715D-CCA5-6C56-22C8B79A8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38" y="685800"/>
            <a:ext cx="9424710" cy="494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192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4B3533-EF3B-9426-3C28-ABD73039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86" y="1179576"/>
            <a:ext cx="9645945" cy="43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191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9018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7539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170812</TotalTime>
  <Words>0</Words>
  <Application>Microsoft Office PowerPoint</Application>
  <PresentationFormat>Widescreen</PresentationFormat>
  <Paragraphs>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Jayaram</dc:creator>
  <cp:lastModifiedBy>Nishanth Jayaram</cp:lastModifiedBy>
  <cp:revision>1</cp:revision>
  <dcterms:created xsi:type="dcterms:W3CDTF">2024-08-10T05:02:48Z</dcterms:created>
  <dcterms:modified xsi:type="dcterms:W3CDTF">2026-05-05T17:22:09Z</dcterms:modified>
</cp:coreProperties>
</file>