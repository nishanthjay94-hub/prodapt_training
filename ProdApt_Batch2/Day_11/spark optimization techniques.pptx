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57" r:id="rId5"/>
    <p:sldId id="256" r:id="rId6"/>
    <p:sldId id="258" r:id="rId7"/>
    <p:sldId id="259" r:id="rId8"/>
    <p:sldId id="267" r:id="rId9"/>
    <p:sldId id="260" r:id="rId10"/>
    <p:sldId id="261" r:id="rId11"/>
    <p:sldId id="263" r:id="rId12"/>
    <p:sldId id="262" r:id="rId13"/>
    <p:sldId id="268" r:id="rId14"/>
    <p:sldId id="264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nth Jayaram" userId="7f3b07da5fecca1b" providerId="LiveId" clId="{A257ED9F-96C0-4BD2-ADB8-B5488B964320}"/>
    <pc:docChg chg="custSel addSld delSld modSld sldOrd">
      <pc:chgData name="Nishanth Jayaram" userId="7f3b07da5fecca1b" providerId="LiveId" clId="{A257ED9F-96C0-4BD2-ADB8-B5488B964320}" dt="2026-09-16T07:58:58.620" v="109" actId="47"/>
      <pc:docMkLst>
        <pc:docMk/>
      </pc:docMkLst>
      <pc:sldChg chg="modSp mod">
        <pc:chgData name="Nishanth Jayaram" userId="7f3b07da5fecca1b" providerId="LiveId" clId="{A257ED9F-96C0-4BD2-ADB8-B5488B964320}" dt="2026-09-16T06:51:28.223" v="108" actId="1035"/>
        <pc:sldMkLst>
          <pc:docMk/>
          <pc:sldMk cId="1038912919" sldId="264"/>
        </pc:sldMkLst>
        <pc:picChg chg="mod">
          <ac:chgData name="Nishanth Jayaram" userId="7f3b07da5fecca1b" providerId="LiveId" clId="{A257ED9F-96C0-4BD2-ADB8-B5488B964320}" dt="2026-09-16T06:51:28.223" v="108" actId="1035"/>
          <ac:picMkLst>
            <pc:docMk/>
            <pc:sldMk cId="1038912919" sldId="264"/>
            <ac:picMk id="5" creationId="{07BAC082-3158-445F-2335-79203ECEAA4A}"/>
          </ac:picMkLst>
        </pc:picChg>
      </pc:sldChg>
      <pc:sldChg chg="del">
        <pc:chgData name="Nishanth Jayaram" userId="7f3b07da5fecca1b" providerId="LiveId" clId="{A257ED9F-96C0-4BD2-ADB8-B5488B964320}" dt="2026-09-16T07:58:58.620" v="109" actId="47"/>
        <pc:sldMkLst>
          <pc:docMk/>
          <pc:sldMk cId="2835529057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BDDE-30B9-B93E-260D-21B843BE6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194FB-B1A7-4A6B-256A-93793557C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3EE8A-DBC2-45ED-6FF0-72485C3FB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C85B-E225-4611-A5BC-EDBEFC0CAC4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6DBD3-9FF5-9B2F-F341-DE153EFFF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09845-0448-2061-33A3-992776E6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D8B2-FF28-4E38-8797-01300503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306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9CBA9-9BBE-8345-A778-3C019EE5E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F46A2-8A63-432D-8688-234BA0764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7091B-4EEE-C66A-9912-1D79BA177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C85B-E225-4611-A5BC-EDBEFC0CAC4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C337E-3F82-C17E-B8E0-2978C9481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1FE0E-7E94-6C95-626C-B6EB89DA8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D8B2-FF28-4E38-8797-01300503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33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F0D1-08EC-32B8-072C-35A43572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86ADF-8454-4D4C-62C6-12AF0077B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81397-37E5-C78E-7800-9FC9EFA55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C85B-E225-4611-A5BC-EDBEFC0CAC4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7085D-8092-B78E-EC91-68B16AA85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E5D52-A969-C2AA-0E0C-8715ECCC6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D8B2-FF28-4E38-8797-01300503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348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10E93-4508-C163-477D-E6E1FB11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01420-E98E-B686-1079-758B3A00E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FABB0-6855-A473-A60B-547E708BE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DCE8F-F05E-2FAD-F849-1197388A3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C85B-E225-4611-A5BC-EDBEFC0CAC4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28ADD-7824-96AB-BD01-FAB901FFE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825A0-63EE-B57E-6921-E4B28E787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D8B2-FF28-4E38-8797-01300503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25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CABFE-F2FC-C225-6D77-3A0E8D50D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1EB9B-6A39-47FC-E6C8-4C70EF7EE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D554C-2813-3D8F-F71B-D946350DF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58C335-F7EF-8CCB-7E47-AC61AC6174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954E9B-5DFB-1322-4DFE-4F0DBF5C98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8F47CB-2D12-689F-6609-13A6CC421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C85B-E225-4611-A5BC-EDBEFC0CAC4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4A6480-ED4A-4E93-DF68-CF8650449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2A415-6076-3F32-C7FC-1F6C195D2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D8B2-FF28-4E38-8797-01300503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266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9FCC7-9E16-C1EA-82F3-038BD4154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E18112-81CD-FF83-D0AA-E393C26C8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C85B-E225-4611-A5BC-EDBEFC0CAC4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A9C582-3EA6-3261-0CAF-D93AA29D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90DCF-32A0-01B7-204D-74D246B09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D8B2-FF28-4E38-8797-01300503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78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A7F09-9439-DC55-D5C1-EAB0811C0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C85B-E225-4611-A5BC-EDBEFC0CAC4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0771B6-008E-4CD4-7518-554F2AB1C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47019-7082-7765-FD97-ACF0E4A9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D8B2-FF28-4E38-8797-01300503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967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8EC3C-1C8C-ECE2-A760-B3E10DAC2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A36DF-3FDD-D712-E7DA-E4F27CC4E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191F7-0871-B27F-87B4-459475D7E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89F0C-E5E7-36DD-ED8C-8B33F0C47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C85B-E225-4611-A5BC-EDBEFC0CAC4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A7902-F5A6-0EAC-3B36-767768F37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62F97-E425-3184-09C1-23D9C5E3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D8B2-FF28-4E38-8797-01300503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809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C79FE-10C6-DAE6-A969-94ED37FD1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68ABA1-E3B2-F20D-77A8-500A3EBFFA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1053CD-C80E-E0E4-77BB-8DA7CE133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6770F-1D41-3318-069B-58EA7AD7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C85B-E225-4611-A5BC-EDBEFC0CAC4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73FE0-3E22-92DE-D362-5EB97B41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3147F-2224-618E-96F5-4058B3D12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D8B2-FF28-4E38-8797-01300503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108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EB2C-F88A-2CD6-9F38-F2F13C0A1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C3296-30ED-7B4E-498C-8031AF973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1CAB8-6DA9-F69E-23D9-D0BFFD469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C85B-E225-4611-A5BC-EDBEFC0CAC4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58346-921A-1A38-D87B-E8491C11B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E6244-8C83-7168-6C4B-A928DAFC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D8B2-FF28-4E38-8797-01300503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250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3D1311-46DB-D567-69D4-987A809683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85670-8579-DBF4-31CE-42AE02DB8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6C57D-46AC-BCE0-2D6A-AF07F0291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C85B-E225-4611-A5BC-EDBEFC0CAC4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CCC2A-84F0-5698-0390-C7C07C9A0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983DE-D2FF-F593-2AFC-871F828C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D8B2-FF28-4E38-8797-01300503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29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B8EFAC-C4B5-D21B-B038-891240BB9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A097E-5381-BA0C-1A21-A6395115E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6450F-CE45-14F9-B3B3-5FA8D6109B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BC85B-E225-4611-A5BC-EDBEFC0CAC4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7A8E6-E36F-B554-8060-883A73F07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3FA72-921B-1891-91FB-41EE32546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DD8B2-FF28-4E38-8797-013005039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059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DF461E-8B3F-CABE-C258-040712980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85" y="338329"/>
            <a:ext cx="9383874" cy="3741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5C4FAF-7B51-B658-423D-051003DFC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180" y="4172163"/>
            <a:ext cx="9274108" cy="197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02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410E68-17C1-D22B-C959-BB9757D73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925" y="1234441"/>
            <a:ext cx="9284060" cy="400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598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785175-59FE-86DF-57AD-954B795DC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931" y="1307593"/>
            <a:ext cx="7589283" cy="34882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3843F3-4E66-79BB-0F89-2E9C7B288FB6}"/>
              </a:ext>
            </a:extLst>
          </p:cNvPr>
          <p:cNvSpPr txBox="1"/>
          <p:nvPr/>
        </p:nvSpPr>
        <p:spPr>
          <a:xfrm>
            <a:off x="694944" y="740664"/>
            <a:ext cx="405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DE012-2C60-E323-3C05-3E5B6D0CC826}"/>
              </a:ext>
            </a:extLst>
          </p:cNvPr>
          <p:cNvSpPr txBox="1"/>
          <p:nvPr/>
        </p:nvSpPr>
        <p:spPr>
          <a:xfrm>
            <a:off x="3209544" y="5541264"/>
            <a:ext cx="584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Lets assume data size is t TB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760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08C29F-9DC6-DE49-1011-736CBDFA0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672" y="1300625"/>
            <a:ext cx="7534656" cy="4771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20479F-89CE-170E-954B-9AB0C9C4F959}"/>
              </a:ext>
            </a:extLst>
          </p:cNvPr>
          <p:cNvSpPr txBox="1"/>
          <p:nvPr/>
        </p:nvSpPr>
        <p:spPr>
          <a:xfrm>
            <a:off x="1115568" y="466344"/>
            <a:ext cx="3968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SPARK SUBMIT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7269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82E8C0-D2CF-FB2C-E4E0-3096E69AE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335267"/>
            <a:ext cx="7464466" cy="44424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E4170E-2F64-26FF-5744-8F0786A7CA20}"/>
              </a:ext>
            </a:extLst>
          </p:cNvPr>
          <p:cNvSpPr txBox="1"/>
          <p:nvPr/>
        </p:nvSpPr>
        <p:spPr>
          <a:xfrm>
            <a:off x="740664" y="402336"/>
            <a:ext cx="4315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SPARK OPTIMIZATION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4066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A64FF-8B04-1958-EE9F-2D49C2249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1) Use </a:t>
            </a:r>
            <a:r>
              <a:rPr lang="en-IN" b="1" dirty="0" err="1"/>
              <a:t>DataFrames</a:t>
            </a:r>
            <a:r>
              <a:rPr lang="en-IN" b="1" dirty="0"/>
              <a:t>/Datasets over RDDs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E9F502-686A-1F3D-F4A5-D12105C1B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7341" y="1825625"/>
            <a:ext cx="44973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44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D59C9-3486-ECF0-50CB-14CFFA6E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6586CC-9C61-5505-75AB-968DAC54C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042" y="2432304"/>
            <a:ext cx="8787934" cy="282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79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64883C-34DA-7A8E-02D4-82D87EA64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576" y="2752344"/>
            <a:ext cx="7064391" cy="36315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AF857A-E9D3-D64B-F263-0BEF5D80C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958" y="0"/>
            <a:ext cx="5512083" cy="26163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B69A31-BECD-84B1-B23A-3FA601F2ED31}"/>
              </a:ext>
            </a:extLst>
          </p:cNvPr>
          <p:cNvSpPr txBox="1"/>
          <p:nvPr/>
        </p:nvSpPr>
        <p:spPr>
          <a:xfrm>
            <a:off x="649224" y="1042416"/>
            <a:ext cx="2368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FILE FORMATS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8650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B3F08-E104-8708-715C-36358DC37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2) Optimize Data Partitioning – Repartitioning and coalesce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9E9463-16E9-58B3-3EDF-AB8B80E1E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4873" y="1690688"/>
            <a:ext cx="6378190" cy="415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94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B5BB-3338-49EF-D28A-FB453F114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3) Minimize Shuffle Operations - Broadcasting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836ED7-2A0F-ED38-93C6-9F90A9B91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6566" y="2245429"/>
            <a:ext cx="6178868" cy="351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38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21709D-D6F9-4E31-0252-2D535A709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297" y="536684"/>
            <a:ext cx="9963662" cy="562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37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B94B-A87B-5B70-59B2-EBE02CF19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4) SALTING</a:t>
            </a:r>
            <a:br>
              <a:rPr lang="en-US" b="1" dirty="0"/>
            </a:b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6CA4610-F9EB-6D53-F28C-28C4A3A57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64057"/>
            <a:ext cx="4670914" cy="49288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56BF38-ED79-2DE3-FA65-B0F112B4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109" y="2616192"/>
            <a:ext cx="4651123" cy="288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31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4215D1-4A76-6584-9C72-C076FA1E1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67" y="1481328"/>
            <a:ext cx="10733409" cy="375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14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54A83-3F4B-FD41-4E11-0A52D4C7F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5) Implement Effective Caching and Persistence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BAC082-3158-445F-2335-79203ECEA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2708" y="1883183"/>
            <a:ext cx="9453751" cy="333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912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227814-E1A9-A910-36D4-C53D29E0E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24" y="2281665"/>
            <a:ext cx="8033918" cy="3187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E06DBD-0EAF-A2DB-0F18-8610823ABCE0}"/>
              </a:ext>
            </a:extLst>
          </p:cNvPr>
          <p:cNvSpPr txBox="1"/>
          <p:nvPr/>
        </p:nvSpPr>
        <p:spPr>
          <a:xfrm>
            <a:off x="1280160" y="603504"/>
            <a:ext cx="4471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DAG –Direct Acyclic Graph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79696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2721</TotalTime>
  <Words>59</Words>
  <Application>Microsoft Office PowerPoint</Application>
  <PresentationFormat>Widescreen</PresentationFormat>
  <Paragraphs>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1) Use DataFrames/Datasets over RDDs </vt:lpstr>
      <vt:lpstr>DataFrames</vt:lpstr>
      <vt:lpstr>PowerPoint Presentation</vt:lpstr>
      <vt:lpstr>2) Optimize Data Partitioning – Repartitioning and coalesce </vt:lpstr>
      <vt:lpstr>3) Minimize Shuffle Operations - Broadcasting </vt:lpstr>
      <vt:lpstr>PowerPoint Presentation</vt:lpstr>
      <vt:lpstr>4) SALTING </vt:lpstr>
      <vt:lpstr>PowerPoint Presentation</vt:lpstr>
      <vt:lpstr>5) Implement Effective Caching and Persistence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Nishanth Jayaram</dc:creator>
  <cp:lastModifiedBy>Nishanth Jayaram</cp:lastModifiedBy>
  <cp:revision>1</cp:revision>
  <dcterms:created xsi:type="dcterms:W3CDTF">2026-05-09T08:28:55Z</dcterms:created>
  <dcterms:modified xsi:type="dcterms:W3CDTF">2026-09-16T07:59:07Z</dcterms:modified>
</cp:coreProperties>
</file>