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772BD-406C-D109-8419-6EF62D746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9A298-1BB4-78E0-580B-7055353FC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58B4B-D743-B768-68D6-270ABCA9A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41418-E731-4E3D-A421-FAC90552437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6420F-9DEE-E4C5-F3ED-4315A488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CABB9-D93A-0224-D8CB-836DAB4F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092A-8D27-4BE2-9A79-8DBFAEB71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7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5FDE-5BBD-E97F-B9FA-D5ADB09BC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B85FD-9692-A0CC-9682-69A3242A0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DC955-00A6-0CC9-AA87-87CC4E38A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41418-E731-4E3D-A421-FAC90552437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7D147-7904-C7D5-6AA6-862E38ED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5635A-AD08-EEBE-D044-55B3683D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092A-8D27-4BE2-9A79-8DBFAEB71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02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6E3C4-29E6-73FE-E1F4-76DF6907B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959DA-AA3B-0D12-1DFA-603795217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FB8E-0D91-A9FA-3300-DDAF5BD51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41418-E731-4E3D-A421-FAC90552437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1156F-67DC-576C-20A1-62AE65BE9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C81E3-ACA2-4680-A971-AE56C2200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092A-8D27-4BE2-9A79-8DBFAEB71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543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5E5EF-E54E-2F34-A4CB-9F2C7C920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A6294-871C-A63A-E8FD-DF7215C5B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5EF84-E3F9-77BF-87DF-288C13854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161D3-1120-B1FE-39B0-2C6F69FB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41418-E731-4E3D-A421-FAC90552437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36F5C-F7F2-9EA6-6020-3409A466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65E84-538B-66C1-5ABC-9308586C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092A-8D27-4BE2-9A79-8DBFAEB71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953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369B2-7274-43CB-EBF5-BFD2B80E4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B5DE3-882A-167C-FB83-A630CEF73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2B45B-E098-4748-9730-320BB9CE3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C9A3CE-A154-8EB4-F2AA-8CBA3E872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478FF8-1577-559B-7618-7D8E441A5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64151-4DE9-4457-DB68-6C98467F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41418-E731-4E3D-A421-FAC90552437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11065-2BBC-B654-30EF-5AEDDE3D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0C1DBE-7081-6970-2E82-DF8ACC348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092A-8D27-4BE2-9A79-8DBFAEB71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910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9DFC9-6BEA-E2A7-C91B-C9ED364C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0D0F9-535E-6733-7865-DE169BF1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41418-E731-4E3D-A421-FAC90552437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46970-6FE2-9EB5-6EA1-869DD5392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8D084E-C2B3-6828-8316-6B99A1A8D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092A-8D27-4BE2-9A79-8DBFAEB71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729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E9426-1211-63E3-C06C-79226BF2E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41418-E731-4E3D-A421-FAC90552437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6F94CE-955D-25E1-ADFE-04BC4B15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6EB33-C689-70BA-7F91-708FE7C01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092A-8D27-4BE2-9A79-8DBFAEB71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72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41A9-FEBF-9390-0FDC-DA2F1611B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555E1-766D-79E9-8F0A-FD7C4ABCE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C568F-2E14-4DBE-0D91-D4A40C925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A7E96-4041-D910-73FF-C8A110639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41418-E731-4E3D-A421-FAC90552437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6FA41-9999-0CD4-EEEE-2DB077D2C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51963-C283-0E5B-C21C-85CE25089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092A-8D27-4BE2-9A79-8DBFAEB71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77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80EAA-A2D6-281B-8A74-6628DB373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C41EF3-90E4-91D0-A465-95FA1D2C7B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097F4-ABB2-FC21-60DA-22F811952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C023A-9B76-DF81-7FED-D9C0EA30C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41418-E731-4E3D-A421-FAC90552437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8CF96-8C53-F4EB-11B1-30045220F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7E1A0-6C46-7B3A-25A6-CEAF2C41B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092A-8D27-4BE2-9A79-8DBFAEB71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72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2413E-2980-D554-D367-DFA241303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541A7-2572-05C5-1450-8E25D2611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F36A3-3685-9A81-A6EB-02E4D675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41418-E731-4E3D-A421-FAC90552437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E6E65-2EA2-23F1-EA66-631DB7357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A53D-2C4E-F5B5-AAAB-7B58AB39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092A-8D27-4BE2-9A79-8DBFAEB71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16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F6F836-0D8D-3B12-93D8-8D9C8B544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A24C3-9AE1-9BA2-F5EA-FBAD034C8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08DC6-7316-7FFB-A2E6-1F054716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41418-E731-4E3D-A421-FAC90552437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42499-EF0A-AC91-B702-5250E93D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44375-7C8A-B824-3514-D2CF6F71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8092A-8D27-4BE2-9A79-8DBFAEB71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64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D96538-A71F-4828-B051-16FAB12AA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C8832-CEB0-0149-8144-622CB5634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F274E-A2BE-59B9-2813-AEA863FC1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41418-E731-4E3D-A421-FAC90552437C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2895B-E1E2-920B-38DD-FD8258514E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0FAB0-106E-F9DC-7FFE-89EBB5C80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8092A-8D27-4BE2-9A79-8DBFAEB71E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47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04000E-907F-5B0D-3E25-F1E293690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379" y="859537"/>
            <a:ext cx="9262470" cy="479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21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1EFAFC-9B66-DD50-1160-23954C861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399887"/>
            <a:ext cx="9509759" cy="574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10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1153FE-7C25-A653-4708-EFD4E6EEF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833" y="1399032"/>
            <a:ext cx="9147555" cy="355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5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37409D-9BAA-FF8C-1C75-7266F0FBF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461" y="978409"/>
            <a:ext cx="9478615" cy="430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310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1B32A6-FF12-5096-B093-1ACE8C8D5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484" y="896112"/>
            <a:ext cx="9339299" cy="484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779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724DFA-5786-56D0-64AB-9C9F8DF36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851" y="905257"/>
            <a:ext cx="8947646" cy="471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43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417804-DA9D-9048-6434-7A26E5E39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50" y="850392"/>
            <a:ext cx="9818868" cy="450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03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DF97A0-55BB-34AF-21D9-66E3F5347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771" y="768096"/>
            <a:ext cx="9470593" cy="471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38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554C46-76A3-87D8-0345-BFF4A739B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990" y="844417"/>
            <a:ext cx="6236020" cy="516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83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316E58-3A74-73F2-98D3-2028664BD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875214"/>
            <a:ext cx="7620272" cy="46373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35974B-EAAF-B2C6-A7D7-2675B8F77897}"/>
              </a:ext>
            </a:extLst>
          </p:cNvPr>
          <p:cNvSpPr txBox="1"/>
          <p:nvPr/>
        </p:nvSpPr>
        <p:spPr>
          <a:xfrm>
            <a:off x="1591056" y="905256"/>
            <a:ext cx="1709928" cy="576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07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28115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Nishanth Jayaram</dc:creator>
  <cp:lastModifiedBy>Nishanth Jayaram</cp:lastModifiedBy>
  <cp:revision>2</cp:revision>
  <dcterms:created xsi:type="dcterms:W3CDTF">2026-05-15T04:28:46Z</dcterms:created>
  <dcterms:modified xsi:type="dcterms:W3CDTF">2026-08-30T17:54:14Z</dcterms:modified>
</cp:coreProperties>
</file>