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80" r:id="rId9"/>
    <p:sldId id="264" r:id="rId10"/>
    <p:sldId id="281" r:id="rId11"/>
    <p:sldId id="265" r:id="rId12"/>
    <p:sldId id="282" r:id="rId13"/>
    <p:sldId id="283" r:id="rId14"/>
    <p:sldId id="266" r:id="rId15"/>
    <p:sldId id="267" r:id="rId16"/>
    <p:sldId id="268" r:id="rId17"/>
    <p:sldId id="284" r:id="rId18"/>
    <p:sldId id="269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CCAF-0E73-D10F-DBF3-90D8698EC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50E59-687C-B7FB-A7F8-E0CBCCE99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334A2-F60B-4372-B92B-4E6E83D0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24113-4D5C-3D67-37BF-ACFA3528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29BD0-1355-062B-9413-824675BE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31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4B08-3F59-5315-DD38-387F515D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BA2C9-F806-FAF8-E6D4-4A34A0EE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74118-165B-F32D-0AAC-46ABACE4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67795-8E08-4140-7C6B-D10AF54D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9501-D108-E941-D553-57F269AB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74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51ED-F954-79BC-1EF2-71F82530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8FE5-4674-723C-D60D-44BC76D1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EB22-1056-AD11-0656-D5D270F2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3090F-5DF1-542B-1F17-126A537C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303C-1A91-1B9B-26BC-017028BF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1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3C22-092C-7D29-691F-26D4BDCC3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3AB41-F1F0-6B4A-9D30-D2B50727F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8D939-EB75-FCBF-D0B9-C9EE0BAA3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03340-7E03-2FBA-9845-C709150C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6DBFE-B6ED-337B-CE1C-7AC55903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45F9A-6BEA-DBB8-E3EF-831C6F2E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28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FE6F-7E89-533C-C3AD-F808A8DF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6EA19-0C3E-D1A9-95BB-48F90BDF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5EA22-115D-2AA1-24A5-0A200CAA8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DEDBF-685C-A5BD-2966-EC468C7E0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46E27-5511-1900-2984-CB9150097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34AA5-0BDB-398F-247B-69ED9F99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96D26-E06A-85F9-CEC9-25A002DDD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3BAF0-51EF-3C78-7879-39154ADB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6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40F5-0F2B-9296-B9FC-077412FF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F64B6-4125-FE3A-E872-F8E92CA98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A449B-7E18-0B68-6ACE-703843D4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07987-992A-B3DC-4C25-52D40519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0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EE886-05EA-85D4-732C-24C6AEEF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C9B0B-B13A-885C-D2D3-AF774D08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56843-B47A-E9B7-FB31-8AF061CC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3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D1A0-C964-2C30-56D3-9AE251B7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1020-3768-BE96-A461-D0F0AF8F9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5E8C4-7435-8A25-F00C-54FBF4CBD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2C5A9-8E92-6638-72D5-0B6A27203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821E8-CE92-1237-57B9-53E3E6E2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F34EC-BFEE-6308-C8A5-08902D06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61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89E3-D4B2-4538-2D94-240C30DD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F87C8-CAC4-5B93-3539-82014F692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28851-ED23-6C21-1A47-F125C238C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B0214-5D68-D873-9DB2-2948392C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C3FA4-580A-3C0F-2F53-CEC65D1D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CC2C3-C49B-593C-F78F-D06B418C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2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E97E-6470-7719-3B5F-9D93EF35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0F635-C3DA-4DAD-89B5-89FB49453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E4E13-6CBF-5D33-1C8C-951F8905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3094-2458-7651-8F5A-2FDE6DB8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9C41-50C4-C86D-325A-5501ED74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27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DE2B4-9F97-F726-7933-90F20AA93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01CCD-5DDE-CEF7-79FE-02438EE22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78E8-45C4-B327-67F3-C70A4FE5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5907B-D638-1E14-86B1-E36B8F1B7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50F5F-312C-4F6E-5C7A-CA984331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AE919-206B-A95C-FAB7-8D034B79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16B6-99FB-B9DF-E673-0F76A55CE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7E9CE-DA08-7956-0E35-51C1D7A0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A1EFA-4297-4AA5-8524-EF85313F81F8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66C8-DA84-5EA7-B254-BC49FE39A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115F-342E-E434-5277-9791F14A6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44AFB-9C1D-4585-B8C0-FE6FA91F4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6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42997-4719-737B-B4F3-6E8AA388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1" y="689365"/>
            <a:ext cx="7200264" cy="54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33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259C3C-0D69-63DE-E56B-338366033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08" y="305476"/>
            <a:ext cx="8269039" cy="579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56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C5E91-ACDB-C4F9-A5B7-DE904BC23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962" y="273016"/>
            <a:ext cx="7730049" cy="57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0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5460D2-2F0A-40B3-0E5A-5E15729BB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521107"/>
            <a:ext cx="7711280" cy="592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1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FB4EE1-633E-F8F5-E3D0-00065186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49" y="920652"/>
            <a:ext cx="9300410" cy="539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8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8BA1BC-B067-C114-C836-EFE563F94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70" y="720902"/>
            <a:ext cx="9926053" cy="541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8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974A17-9E4F-7D3A-6625-F58BA617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37" y="629047"/>
            <a:ext cx="10480468" cy="526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9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97414C-E683-9DF9-E108-1F67DA545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3" y="607141"/>
            <a:ext cx="7262119" cy="596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1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A778F1-4DDF-73CF-DC65-2E754CF62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" y="915647"/>
            <a:ext cx="10342345" cy="524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9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FDA916-21A2-F5B7-B6B0-FE408DAC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69" y="813816"/>
            <a:ext cx="9547739" cy="532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9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622D9E-89E7-BA8F-35A5-0A790B87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1" y="623888"/>
            <a:ext cx="10535114" cy="52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41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E18469-5410-F0A0-9757-03898313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3" y="667511"/>
            <a:ext cx="9768783" cy="515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7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5117-D14F-4158-0D7D-7ED8C03C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9ADD2-5651-0F3B-ABDA-D3D0F6B7F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52" y="1527048"/>
            <a:ext cx="9191545" cy="319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2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7689E-BBAD-D496-2C5F-8A44177C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78" y="1188720"/>
            <a:ext cx="9000297" cy="42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F86FA-B379-5CE2-A351-09350B89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96574"/>
            <a:ext cx="9521219" cy="492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4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5E617-511D-4D8B-B328-4DC3BB98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23" y="978408"/>
            <a:ext cx="8734477" cy="445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7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E34D98-1154-4FE1-B46F-A5DE4AC5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8" y="625643"/>
            <a:ext cx="8990833" cy="3157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9EC8C-4F63-3E56-336A-4276E624E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8" y="4096536"/>
            <a:ext cx="9200337" cy="126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96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C1E0C5-A53F-870B-3CD4-DE5C62146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37" y="941833"/>
            <a:ext cx="9046568" cy="46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62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FF78-4173-14E0-BF37-AAAEF2101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7CAA8-BA5D-A594-2325-164F16946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BE46C-4865-13D5-F426-7A2C058B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191068"/>
            <a:ext cx="11201400" cy="625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66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383D3C-1627-4AAF-C745-A5A6A585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8" y="649223"/>
            <a:ext cx="10944344" cy="544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45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CBBDA3-B9D2-20DA-4309-CCA5DF9E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968"/>
            <a:ext cx="11595974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83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5F2846-5AC7-8701-861A-C4EF06EAE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2" y="393192"/>
            <a:ext cx="10053684" cy="573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46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02F9C8-377C-1399-32C2-DA714385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7" y="758952"/>
            <a:ext cx="10695380" cy="512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19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4C589F-D246-F4AD-0DE2-80E3947BD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82" y="977161"/>
            <a:ext cx="8549498" cy="490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38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1542DC-206E-93F7-CCCC-8AF549B9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56" y="1280160"/>
            <a:ext cx="9014722" cy="389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03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9F757B-56B3-6299-882B-6665729C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67" y="1426464"/>
            <a:ext cx="8764786" cy="307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59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1AA57-A874-10D6-88AA-CA35E9BEF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722501"/>
            <a:ext cx="7466720" cy="461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19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12085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5</cp:revision>
  <dcterms:created xsi:type="dcterms:W3CDTF">2024-12-15T04:28:04Z</dcterms:created>
  <dcterms:modified xsi:type="dcterms:W3CDTF">2025-01-19T06:29:43Z</dcterms:modified>
</cp:coreProperties>
</file>