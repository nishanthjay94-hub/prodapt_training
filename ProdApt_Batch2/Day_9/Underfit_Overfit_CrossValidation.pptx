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56" r:id="rId7"/>
    <p:sldId id="270" r:id="rId8"/>
    <p:sldId id="262" r:id="rId9"/>
    <p:sldId id="264" r:id="rId10"/>
    <p:sldId id="263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C23AF-1ED5-AC57-ADAB-BB9A8B92A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F3DE68-FBC5-148F-3617-11ADA4A63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9A1C4-2DA1-2110-611A-73EA7763C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DDF1-A5ED-4C84-B5A0-63E05F6C3859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82C5F-0F0F-B093-8256-D852AE64D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FE6A0-8294-AC60-98EF-FFE1B033D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85A6-EF97-40CC-9A72-4525DB72B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925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CDCE6-2143-7045-BDC9-78890A4B5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D669E-0E31-FA2A-2440-134B18724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ABCFB-CA1B-DD3B-F1E7-85F48A9F6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DDF1-A5ED-4C84-B5A0-63E05F6C3859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D4F19-0823-8789-DD5B-E03BDA229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9A25E-249C-DE18-7265-A0D2F0649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85A6-EF97-40CC-9A72-4525DB72B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076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D8E0A-1ECA-518B-CFC3-3CC97850F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7642C-3241-63CB-46B7-288EFC7F7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8DCA5-C3FF-F253-2DC4-23A55B1E8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DDF1-A5ED-4C84-B5A0-63E05F6C3859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36FEF-6B3B-577E-7EF5-1169D4127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6F46D-7CF0-A30A-0CEC-203C617B2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85A6-EF97-40CC-9A72-4525DB72B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966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6A9D-7A20-2A6F-9A9D-C7B6BDFA4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95642-9247-1685-60F6-7E5D84EB41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4D004-B83A-DA9F-AF1C-E08D5B288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41E8D-85B8-D2C2-541D-1EF006508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DDF1-A5ED-4C84-B5A0-63E05F6C3859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997CD-C4E1-2F1F-7B6A-055F925A4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63A89-2AF0-89FE-C9A6-DED28A34F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85A6-EF97-40CC-9A72-4525DB72B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730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E7DCE-49D1-98DA-74BA-9272DE207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0CB0F-90BF-BA16-4075-635E04E9C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C7660-19EC-3B83-2ABD-C6E3E0B9E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0511C5-7B73-891B-A6A0-BDFAD8E2FD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261003-00B3-26A1-BACA-518E679C4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95F499-0CCF-B935-521F-80C8A76DB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DDF1-A5ED-4C84-B5A0-63E05F6C3859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88ADDF-0A0E-BC3E-94DE-6B448C6EC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7DAF1-14C0-1834-5624-5D049A38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85A6-EF97-40CC-9A72-4525DB72B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649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54FD0-38B6-1864-6BFC-BB2949E08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CF52DC-E9C9-201D-03B9-F53EB8D1C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DDF1-A5ED-4C84-B5A0-63E05F6C3859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28878-4BEB-4BDF-DB62-DAA491C53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D1669B-9956-EF85-E678-09F07DD04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85A6-EF97-40CC-9A72-4525DB72B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753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9AD106-6FEC-949C-A8D9-6031DD8B8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DDF1-A5ED-4C84-B5A0-63E05F6C3859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E7A864-37A1-03CD-46F5-DB1C18DEC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27B38-4281-8C09-E826-06937613D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85A6-EF97-40CC-9A72-4525DB72B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89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09C40-CCA8-331C-3D47-F76B253CA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1D007-5627-17CF-022A-E216D456A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4118B4-CC8A-5F24-69EE-765851F36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A5026-5309-CB9C-5271-0EE3D4A77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DDF1-A5ED-4C84-B5A0-63E05F6C3859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90DF8-A63C-93B6-1593-6A7348662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D53563-D44E-39A3-0FFE-09B74E9B2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85A6-EF97-40CC-9A72-4525DB72B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495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8BB72-8D87-3AF4-ABB7-3BDADC7B3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827217-E1A7-7BA8-1876-91189D22E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B9C565-BFBE-9C40-FB22-21F1DD1D1F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80BFD9-E4C6-33D3-D15F-3BF2C13BE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DDF1-A5ED-4C84-B5A0-63E05F6C3859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427D6-7ABA-A43F-127C-E3DC4D8D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08394-428E-375B-38B2-89C9C987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85A6-EF97-40CC-9A72-4525DB72B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508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46FD2-8507-8081-1EEE-04A62DD0C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256AB6-AAD9-D76C-134D-6A6168AD4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BC3AB-53D4-FECF-5726-38B817CA7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DDF1-A5ED-4C84-B5A0-63E05F6C3859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DBFEB-0B66-7F0B-7923-7FABB1E78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08694-EB83-6A2A-A79A-C4F2E34EE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85A6-EF97-40CC-9A72-4525DB72B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835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E36A5A-7422-BFC0-5B4E-A2574DEF6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4E90EE-AC8E-F2A5-F9C0-A1324E9EA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CBF56-99DF-D95B-1DB4-A8DA814FE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DDF1-A5ED-4C84-B5A0-63E05F6C3859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230FB-F4E6-5FB1-DD2B-2E285818D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5FE3E-1BA2-6697-4755-1E56EA429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85A6-EF97-40CC-9A72-4525DB72B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831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347D61-9012-6221-9848-D5E674406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62AE7-9952-7B52-225E-6C2D75FA3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BA9F1-ECFB-D5C9-76ED-0EDBCD8447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2DDF1-A5ED-4C84-B5A0-63E05F6C3859}" type="datetimeFigureOut">
              <a:rPr lang="en-IN" smtClean="0"/>
              <a:t>09-11-2024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62945-8169-4F4C-32DE-8F78E6FFDC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AA0C9-64D8-8A9B-417B-C7606F649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185A6-EF97-40CC-9A72-4525DB72B9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4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FCCB75-7DD4-E7B1-098B-F516532A7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913607"/>
            <a:ext cx="8536468" cy="436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24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D38903-673B-989D-275E-938FC106E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56032"/>
            <a:ext cx="7698272" cy="36120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3E5886-C5CA-2D3F-4956-C7A1BE51B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16" y="3718508"/>
            <a:ext cx="7967760" cy="252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570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A59794-52B4-A860-C7BB-FF393E78E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538552"/>
            <a:ext cx="8452399" cy="560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500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D5389E-5AB3-50E4-930B-B5A02F488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701034"/>
            <a:ext cx="8339619" cy="500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891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0AEC60-EB1D-002E-19B0-03AB0AC4D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535332"/>
            <a:ext cx="8769095" cy="549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362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E8A335-8364-8EDD-9882-CEF6EBBE1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774" y="1501676"/>
            <a:ext cx="9760452" cy="385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163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570EBEC-400D-4EAA-1AC3-CE864EC1A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98" y="1284512"/>
            <a:ext cx="10519732" cy="414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351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FD360B-F34B-50E4-DE14-E318A8062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856" y="1263538"/>
            <a:ext cx="10446287" cy="433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436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AE1A19-ED4E-43DC-60AA-1FF54649B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16419"/>
            <a:ext cx="8048884" cy="642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688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A8587E-85F0-4F69-A532-E46C5CF45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62" y="1063503"/>
            <a:ext cx="11189275" cy="473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86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1611F6-D611-9875-8A23-959308663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719028"/>
            <a:ext cx="9513731" cy="541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1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69ABA4-E323-737A-78E0-A632B1DC9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29" y="1187335"/>
            <a:ext cx="11513142" cy="448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896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C48E67-236B-0049-DC82-1CB5BFC6B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7" y="955671"/>
            <a:ext cx="9732618" cy="494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9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313170-2A79-897F-0999-5302C04B4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68" y="1225437"/>
            <a:ext cx="10960663" cy="440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739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D1C80A-65BA-B08C-2C01-D24028BFC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24" y="1101605"/>
            <a:ext cx="10744752" cy="465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312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Nishanth Jayaram</dc:creator>
  <cp:lastModifiedBy>Nishanth Jayaram</cp:lastModifiedBy>
  <cp:revision>2</cp:revision>
  <dcterms:created xsi:type="dcterms:W3CDTF">2024-11-09T05:23:27Z</dcterms:created>
  <dcterms:modified xsi:type="dcterms:W3CDTF">2024-11-09T08:52:47Z</dcterms:modified>
</cp:coreProperties>
</file>