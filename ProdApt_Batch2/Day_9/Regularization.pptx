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B2E1-53BC-5CF5-A1D8-26B904AC2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296C1-FA99-C679-E6AB-89A7559C8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E7D51-E510-9B33-ECB8-3FDDF1BC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5D23-61ED-E5D0-D53A-A96BA597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C8CFA-3D68-9D9A-DB8A-ECF61572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1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876E-3759-2E2C-601B-8F1D0D66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98886-5175-7FBE-46DF-4DD4CD70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65B23-5BC0-5778-C71F-D4EE3BDE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D1E22-6734-6E04-405A-B4B2A562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C9BAE-E9EF-D1D5-09AA-E60860A2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69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13EEA-39B5-9A2D-B4FF-78A46E1C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170FF-8095-2ACE-7C97-36311EC4A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8712F-6973-3690-11D2-C0C346DB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17411-0854-E3F3-BB93-C0F3FF0F2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E97A3-268F-B6DB-7649-91CB8969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8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5F73-4D0F-53C5-99AA-79DE88F8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A6F9-7451-435D-5790-CF1787123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B38F3-06D3-0C5F-F861-2E2259795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2BB12-8342-B73C-544C-86820EC8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3110C-82B4-C10D-4B10-18528EC2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26F3E-78FB-EF5D-A7A0-6E62D0C3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54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F1F2-86DC-ECAD-6385-929484B27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71AAE-3178-FC4A-E676-EFB317337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8AB6A-566F-B631-8987-4554542BF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06B3C-7A1C-D987-640C-2E0B08413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9A582-2A4B-EB2B-E132-9DA4DAD41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40180-C435-84AC-879F-E5575FBB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168C59-32AD-6F56-16C0-A90E0797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268192-1370-8919-7EF7-056519F1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75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1129-27CE-B0D6-5184-2D79058C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D2808-41DE-12D4-240F-8342CCA3F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A8624-1AFD-2A70-3911-7BDB8D4E7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4A72C-3DD1-6482-3CEE-B9B9EAF6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592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A42488-3AEE-B46B-1A0B-9BE6F3282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68107-3E35-8DFC-BE28-6242BB141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6AFA2-E820-EF5C-7954-7666EAB1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228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A05AB-B3EA-85B3-076F-D6ACE441C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8793E-55AF-CA72-8DE8-AA3FD1CA6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E2419-536B-A1DF-20D4-E920C1BC4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A80CA-BC86-1D1D-4B93-E9D60276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38995-BBF5-69F7-6DE2-490040194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7F8AA-5460-FC28-F12C-29AF606F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97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82E5-06EF-8C8F-82A7-EE8A3044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B1B7D-5EF9-E34A-8159-D34B40B681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ED352-FB17-09F9-39C1-7B5F3BD89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89B6E-A768-66B5-AF38-4D79531E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80D9F-D3B7-E2F8-3C48-FC1624CD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58D05-A4C9-3134-84DA-54DF472D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14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9A49-69F5-0C9F-8A5E-B0912D6B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99CE6-949C-E43E-F430-5F41E7B34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866F9-4DD6-FE0D-8634-93FF027B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5644-A483-E3BD-0954-F228D2F2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A16FF-E38E-0E65-3941-17D7411F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46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EF523-8151-2359-C801-4BB33DCB9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94B11-8A33-71CD-BAE8-AAE2E9685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3C37F-1E80-5F99-5DA6-B395A7DD7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EECBD-5116-AAA1-BB81-A08379AF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D51CB-A4DF-E984-1A58-B31DD7AF2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3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D34691-AEF2-9150-A8C0-0166ACA8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80340-90B2-5B8C-ACDF-D178ACD2F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2395B-2F45-BE27-F5CD-31E627C8A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19B3F-2AB2-4D09-81DA-30EE027237AE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7F05F-4A4B-C711-7083-D6C26FB3B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1E2F-7844-4606-C826-18B9800C9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65F6-42AB-4592-8130-AB32E5B94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79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D891-8C8B-1F8A-8E58-0952075452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8AE23-7212-222F-C942-F79B444C6A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5E7C9-00FE-19CB-254C-922B1698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" y="501499"/>
            <a:ext cx="12141824" cy="585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7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E7ACC-4637-6679-009E-04256C7E5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9" y="476098"/>
            <a:ext cx="12078321" cy="590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CC99E7-BE60-02CC-E1BE-B806D392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" y="358617"/>
            <a:ext cx="12154525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43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764689-5E44-037A-A1DD-537CA25E8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8" y="568178"/>
            <a:ext cx="11944964" cy="572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3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957CE-E213-300D-8B0B-C074AABB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" y="444346"/>
            <a:ext cx="12122773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6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237A81-94B8-C935-ECA3-6F4EEF9AC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" y="399894"/>
            <a:ext cx="12116423" cy="605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7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BB5247-9C6A-8806-17C0-E105729A7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377668"/>
            <a:ext cx="12065620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56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BECC13-2F4A-C44F-8CEA-900BDDFB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444346"/>
            <a:ext cx="12046569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66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79DE9-010B-E428-62E4-D6667BF8F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" y="437996"/>
            <a:ext cx="12002117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02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837277-CAC9-2732-D2FF-73FBA7AC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" y="418945"/>
            <a:ext cx="12116423" cy="602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1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084441-DE6C-DA85-D070-9AF4E294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9" y="472923"/>
            <a:ext cx="11906862" cy="59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2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Jayaram</dc:creator>
  <cp:lastModifiedBy>Nishanth Jayaram</cp:lastModifiedBy>
  <cp:revision>1</cp:revision>
  <dcterms:created xsi:type="dcterms:W3CDTF">2024-11-24T08:47:58Z</dcterms:created>
  <dcterms:modified xsi:type="dcterms:W3CDTF">2024-11-24T08:47:58Z</dcterms:modified>
</cp:coreProperties>
</file>