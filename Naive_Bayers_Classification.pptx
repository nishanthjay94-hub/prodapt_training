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AF78E-6DED-1945-BF13-AAB3DC2D9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43653-B4AD-8762-DE1F-D017B3695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B13DC-820E-5295-D3EF-AA647DFF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24495-9488-39C8-4C4A-B7D4E535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E8C5D-5FBC-EA71-A326-331C020C6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237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62B-283D-77BF-F0D7-D257F4A1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6ED47-69E9-7330-3791-E36D18D86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C9FEC-7B27-97F3-E2B5-A20E5375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FF3A8-00ED-07B9-8FC1-62FCDAFF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DEDA3-4AA4-D063-A404-3886D57A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79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5CB3-BEEF-11BF-CBE4-3D6EDC56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6CE90-1206-285B-CC23-12DADFB9B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4D3C0-1C66-BA81-4D6A-899999ECB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545A2-F411-FBD1-D968-D48DA93D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1FCC3-D407-8673-293F-F09F618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1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4BF4-43F9-EED7-F820-3EE12523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EE280-4A24-A2D7-F581-0D84058BC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A3CE8-9041-95D2-3B7F-4DD3D8022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9F5CA-0188-401E-3C84-7D930EAD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C4649-3CDF-316A-5DCF-938EF97A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9117D-420B-5279-D0F0-E9CD1E23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72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C26E-305C-2D77-D423-90AF4675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59BF4-FA37-E89A-91D7-5FC4AA8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7256B-AF24-FCEA-88A7-D42391ADE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6BEFA-9A2D-422F-CC50-01CE22C1B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60529-C23B-425E-CEB2-2868F1FA3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8A856-4435-E05D-F20D-780216A3C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EB47B-5C7C-3F57-FB8A-1403AA22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BE283D-BB15-6294-EFD6-7A253F1C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42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AAFC-8A56-5321-2FB0-E505766A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8C6C9-16A2-1430-59CE-FFE4F288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27990-4F65-4928-3937-7176B23E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FEE47-C5DB-B70D-9829-83250A16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552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1AA7F-1F93-2882-7E65-0A89D8BB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BB8AB-9BB3-9FEB-458F-6BCAFC6B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4B764-D444-9CC5-B115-7ED1B5C6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22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CDB5-74CF-DA59-E5A8-D9260C0F6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40C2-58BE-81B6-F5E0-6582C6713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745-6BDF-3D36-E580-1930119BF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5BABC-C458-C785-77D5-89510BB4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9D401-960A-64DF-3A6E-A397248A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7853E-743C-5DB4-C2BD-ED87F8D26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25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115B-2270-8695-D415-49FBD4A8A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85ADC3-98C8-3465-7016-084463E58B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B2153-ABC1-E72C-FD02-48B19788A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224DF-F433-E646-2892-767B30EF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2B8E9-6821-26E5-2BC8-8946DA1D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63D7D-3324-8E66-B718-508854C9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09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CC1A-CC08-2D62-610A-A56E74EB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667A3-1195-C165-319B-F00DB16E9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54C1C-7DF3-7AAF-FF66-85BF5043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FDD5-0B60-5F3D-4579-B83FE07B7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75C21-350D-A878-F0E5-C8575F52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08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D7D3EE-44D3-D309-BF7F-02E002259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B618F-695A-FD5A-53BE-77C00FCF7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2C2A6-9AB5-B404-4F84-50879980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51216-209F-204F-8B85-43C93718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B28F7-668C-B16A-48D2-54CF17E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16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D147B-EB40-F699-C86C-47B9658E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63811-6C9C-9091-E005-4E6EB80AC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AA0E3-D3C3-2320-B823-0B542BEAF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65E27-67CE-48F0-AE36-EAED874B9CEF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BBA52-1994-5F65-B9E3-E4B2117B5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13723-DA71-17FA-6249-9AC71CADE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BBF48-05DD-4899-A087-556F2233BF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76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37E849-F96C-BB2C-52D4-E5E1B10B6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6" y="304639"/>
            <a:ext cx="11627448" cy="624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55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7FF386-11CD-762E-A313-3C2521318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7" y="495149"/>
            <a:ext cx="11773505" cy="586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66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37C42D-6C40-3097-D1C2-D2E715F37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2" y="434821"/>
            <a:ext cx="11964015" cy="598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8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FBD148-2B1F-E88E-B9C2-650977DB2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" y="368142"/>
            <a:ext cx="12008467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84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A57D0A-C2B8-50A4-275F-A9A178ACC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67" y="813816"/>
            <a:ext cx="11385873" cy="438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8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6C68D0-50F4-FE02-A2A7-617FEA7C8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7" y="701663"/>
            <a:ext cx="8357502" cy="472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61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E6706E-B40A-7930-775C-61C62B102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936"/>
            <a:ext cx="9028150" cy="426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4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8956F7-0EB5-76B0-7C22-32878FC70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181"/>
            <a:ext cx="10973077" cy="45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06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1B1277-5866-A605-AACF-8F11BEF60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90" y="2117558"/>
            <a:ext cx="11106990" cy="172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8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72FF75-29DC-A2AA-7FAE-BC9291B06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78" y="879753"/>
            <a:ext cx="11428922" cy="509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73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340D8A-130D-58C9-523A-D95890A59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11" y="721896"/>
            <a:ext cx="10903698" cy="489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53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970832-9F9A-F89E-46C1-9CE863778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28" y="847023"/>
            <a:ext cx="9755456" cy="464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61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Jayaram</dc:creator>
  <cp:lastModifiedBy>Nishanth Jayaram</cp:lastModifiedBy>
  <cp:revision>2</cp:revision>
  <dcterms:created xsi:type="dcterms:W3CDTF">2024-11-10T05:45:13Z</dcterms:created>
  <dcterms:modified xsi:type="dcterms:W3CDTF">2024-11-10T09:24:22Z</dcterms:modified>
</cp:coreProperties>
</file>